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9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530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8FAFC"/>
                </a:solidFill>
              </a:rPr>
              <a:t>Signal Nine Sports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97316"/>
                </a:solidFill>
              </a:rPr>
              <a:t>产品功能报告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2880360"/>
            <a:ext cx="274320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多运动体育数据平台 · 付费内容 · AI 预测 · 会员变现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2026-04-03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产品概览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2024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7316"/>
                </a:solidFill>
              </a:rPr>
              <a:t>12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页面 / 路由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192024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246120" y="1261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4CC16"/>
                </a:solidFill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4612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支持运动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192024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035040" y="1261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</a:rPr>
              <a:t>24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3504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API 端点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192024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4505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7316"/>
                </a:solidFill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语言支持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6120" y="2377440"/>
            <a:ext cx="192024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246120" y="24505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4CC16"/>
                </a:solidFill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246120" y="2971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用户角色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2377440"/>
            <a:ext cx="192024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035040" y="24505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</a:rPr>
              <a:t>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035040" y="2971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会员档位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Next.js 16 · React 19 · TypeScript · Tailwind CSS 4 · Prisma 6 · SQLite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</a:rPr>
              <a:t>LIVE &amp; DATABASE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实时赛事 · 体育数据库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3566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5720" cy="3566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实时比分板（3 项运动）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37490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足球 /live/football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篮球 /live/basketball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板球 /live/cricket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联赛 / 状态 / 排序筛选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实时比分、球队、赛况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支持 API-Sports 实时数据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Mock 数据降级保障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3931920" cy="3566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5720" cy="35661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89204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体育数据库 /database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7490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足球 / 篮球 / 板球三运动切换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积分榜：排名、胜负平、积分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赛程：赛事安排与结果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球队：近期状态、主客场战绩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历史交锋（H2H）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板球专属：球队情报、联赛叙事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动态联赛筛选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</a:rPr>
              <a:t>CONTENT &amp; AI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付费内容 · AI 预测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3566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5720" cy="3566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付费分析文章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37490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文章列表 /plans（3 列网格）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文章详情 /plans/[slug]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状态：草稿 / 已发布 / 已归档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热门标记、标签、绩效指标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关联作者团队与赛事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会员解锁 或 单篇购买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市场摘要 + 完整分析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3931920" cy="3566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5720" cy="3566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89204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AI 预测 /ai-predictions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7490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模型命中率：62.8%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平均预期边际：+4.8%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可解释因子展示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预测卡片：市场类型、选项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置信度徽章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解释文本 + 因子标签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结果追踪：pending / won / lost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</a:rPr>
              <a:t>MEMBERSHIP &amp; PAYMENT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会员体系 · 支付变现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3566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5720" cy="3566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会员中心 /member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37490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用户资料（角色、会员状态）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月度 / 季度 / 年度三档套餐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订单历史（会员 + 内容订单）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已解锁内容列表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支付结果通知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订单状态：pending → paid / refunded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支付参考号追踪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3931920" cy="3566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5720" cy="35661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89204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支付能力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7490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Mock 支付流程（成功/失败/取消）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POST /api/member/purchase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POST /api/content/purchase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管理员退款处理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订单 CSV 导出（含高级筛选）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失败原因元数据记录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真实支付网关（待接入）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</a:rPr>
              <a:t>ADMIN CONSOLE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管理后台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5720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概览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31673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4 个核心指标卡（赛事 / 文章 / 作者 / 预测）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45720" cy="56692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0080" y="19842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赛事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00253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数据同步触发、实时赛事列表（含洞察）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4572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670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内容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68833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作者管理、文章管理（发布/归档/热门）、内容初始化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822960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45720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355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用户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37413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用户列表、订单管理、退款、CSV 导出、分页、高级筛选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45720" cy="56692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40080" y="4041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AI 导入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11680" y="405993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批量导入 AI 预测（标题 + 备注）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</a:rPr>
              <a:t>AUTH &amp; I18N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认证权限 · 国际化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3566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5720" cy="3566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认证与角色体系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37490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Cookie 会话（30 天有效期）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无密码登录（MVP 阶段）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visitor — 浏览公开内容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member — 会员中心 + 付费内容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operator — 内容管理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admin — 全部权限 + 用户管理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5 个细粒度权限控制点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3931920" cy="3566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5720" cy="3566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89204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国际化（i18n）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7490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英语（en）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简体中文（zh-CN）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繁体中文（zh-TW）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UI 文案、页面文案全覆盖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角色标签、赛事状态本地化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日期 / 价格格式化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Query 参数 → Cookie → 默认值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</a:rPr>
              <a:t>PRICING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项目报价梳理（新台幣）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3566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5720" cy="3566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一、人力配置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37490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总投入：3–4 人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2 名 AI 工程师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1 名後端工程师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1 名全站工程师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二、成本預估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算力费用：84,000–126,000 元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报价已包含人工成本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不包含每月数据相关成本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3931920" cy="3566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5720" cy="35661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89204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三、工期安排（总计 2 週）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7490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第一週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  前 3 天：完成产品辞形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  後 3 天：接数据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第二週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  部署与营运操作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  甲方派人验收与接手营运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加班推进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</a:rPr>
              <a:t>STATUS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功能完成度总览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029200" cy="3566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5720" cy="35661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94360" y="12070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4CC16"/>
                </a:solidFill>
              </a:rPr>
              <a:t>已完成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足球 / 篮球 / 板球实时比分板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板球深度情报（情报/叙事/概览）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付费内容（文章计划）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会员订阅体系（3 档）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AI 预测展示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管理后台（内容+用户+订单）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Mock 支付流程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多语言支持（EN/ZH-CN/ZH-TW）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基于角色的访问控制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体育数据库（积分榜/赛程/球队/H2H）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订单 CSV 导出 &amp; 退款管理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响应式深色 UI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60720" y="1143000"/>
            <a:ext cx="2926080" cy="3566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760720" y="1143000"/>
            <a:ext cx="45720" cy="3566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897880" y="12070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待实现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97880" y="1508760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真实支付网关接入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自动数据同步调度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邮件通知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用户分析仪表盘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4864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</a:rPr>
              <a:t>PRICING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</a:rPr>
              <a:t>项目报价 - 服务范围 &amp; 总报价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3566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5720" cy="3566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</a:rPr>
              <a:t>四、服务范围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37490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负责开发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负责数据对接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负责部署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不负责後续营运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3931920" cy="3566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5720" cy="3566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89204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</a:rPr>
              <a:t>五、总报价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92040" y="1645920"/>
            <a:ext cx="356616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892040" y="17830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新台幣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21031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F4444"/>
                </a:solidFill>
              </a:rPr>
              <a:t>420,000 元整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4892040" y="2926080"/>
            <a:ext cx="356616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892040" y="3063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包含：人工成本 + 算力费用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2040" y="3337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不含：後续营运 + 月度数据成本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8FAFC"/>
                </a:solidFill>
              </a:rPr>
              <a:t>Signal Nine Sports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</a:rPr>
              <a:t>项目报价：新台幣 420,000 元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2331720"/>
            <a:ext cx="274320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工期：2 週（加班推进）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人力：3–4 人（AI 工程师 + 後端 + 全站）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3337560"/>
            <a:ext cx="274320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97316"/>
                </a:solidFill>
              </a:rPr>
              <a:t>感谢您的关注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580</Words>
  <Application>Microsoft Office PowerPoint</Application>
  <PresentationFormat>全屏显示(16:9)</PresentationFormat>
  <Paragraphs>174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Nine Sports — 产品功能报告 + 项目报价</dc:title>
  <dc:subject>PptxGenJS Presentation</dc:subject>
  <dc:creator>PptxGenJS</dc:creator>
  <cp:lastModifiedBy>Frank Lin</cp:lastModifiedBy>
  <cp:revision>2</cp:revision>
  <dcterms:created xsi:type="dcterms:W3CDTF">2026-04-03T08:08:06Z</dcterms:created>
  <dcterms:modified xsi:type="dcterms:W3CDTF">2026-04-03T08:18:15Z</dcterms:modified>
</cp:coreProperties>
</file>